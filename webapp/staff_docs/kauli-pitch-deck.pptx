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2412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KAULI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speed. Human accuracy.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40233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Kiswahili, English and Kikuyu dubbing, translation and subtitling - every AI draft verified by a human before it ships.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Media Services  ·  kauli-forgemedia.com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Kenyan-language localization is underserved from both directions.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38728" cy="3246120"/>
          </a:xfrm>
          <a:prstGeom prst="roundRect">
            <a:avLst>
              <a:gd name="adj" fmla="val 3380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AI tools skip the human step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machine transcript or translation ships as-is - fine for a rough draft, unreliable for anything a client actually pays to publish.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38728" cy="3246120"/>
          </a:xfrm>
          <a:prstGeom prst="roundRect">
            <a:avLst>
              <a:gd name="adj" fmla="val 3380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2860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Kikuyu has no viable speech-recognition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324612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gap we can prompt our way around - research models exist, nothing production-ready. Kikuyu orders route straight to a human transcriber.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538728" cy="3246120"/>
          </a:xfrm>
          <a:prstGeom prst="roundRect">
            <a:avLst>
              <a:gd name="adj" fmla="val 3380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286000"/>
            <a:ext cx="2898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platforms aren't built for Kenya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3246120"/>
            <a:ext cx="2898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M-Pesa, no Swahili/Sheng fluency, no understanding of Kenyan clock-time idiom ("saa kumi na moja jioni" is 5pm, not 11) or code-switched speech.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three-stage AI pipeline, with one rule everything else defers 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3225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" y="345643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to text - faster-whisper (free, local) or Transkriptor, with automatic fallback.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783080" y="2514600"/>
            <a:ext cx="960120" cy="0"/>
          </a:xfrm>
          <a:prstGeom prst="line">
            <a:avLst/>
          </a:prstGeom>
          <a:noFill/>
          <a:ln w="25400">
            <a:solidFill>
              <a:srgbClr val="E3DCD0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069080" y="2103120"/>
            <a:ext cx="822960" cy="8229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3225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83280" y="345643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candidates per line, fitted to the real time budget of the dubbed slot.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29200" y="2514600"/>
            <a:ext cx="960120" cy="0"/>
          </a:xfrm>
          <a:prstGeom prst="line">
            <a:avLst/>
          </a:prstGeom>
          <a:noFill/>
          <a:ln w="25400">
            <a:solidFill>
              <a:srgbClr val="E3DCD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7315200" y="2103120"/>
            <a:ext cx="822960" cy="8229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23225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3063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629400" y="3456432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natural-sounding TTS voice, or a real cloned voice - only ever with the speaker's explicit consent.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7742"/>
            </a:avLst>
          </a:prstGeom>
          <a:solidFill>
            <a:srgbClr val="1B1714"/>
          </a:solidFill>
          <a:ln/>
        </p:spPr>
      </p:sp>
      <p:sp>
        <p:nvSpPr>
          <p:cNvPr id="19" name="Shape 14"/>
          <p:cNvSpPr/>
          <p:nvPr/>
        </p:nvSpPr>
        <p:spPr>
          <a:xfrm>
            <a:off x="960120" y="5193792"/>
            <a:ext cx="777240" cy="77724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76672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965960" y="5074920"/>
            <a:ext cx="8778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edit always wins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965960" y="548640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segment of every order is reviewed by a person before delivery - flagged or not. Nothing an automated pass produces later silently overwrites a human's correction.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client's file to a delivered dub, in four real steps.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08483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6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73736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212140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submits a file or YouTube link and picks a service level - transcription, translation, or full dub.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165860" y="2816352"/>
            <a:ext cx="0" cy="384048"/>
          </a:xfrm>
          <a:prstGeom prst="line">
            <a:avLst/>
          </a:prstGeom>
          <a:noFill/>
          <a:ln w="19050">
            <a:solidFill>
              <a:srgbClr val="E3DC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200400"/>
            <a:ext cx="685800" cy="685800"/>
          </a:xfrm>
          <a:prstGeom prst="ellipse">
            <a:avLst/>
          </a:prstGeom>
          <a:solidFill>
            <a:srgbClr val="2F62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3832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31821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6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73736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draft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80560" y="321868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transcribes, translates, and (for a dub) synthesizes a first pass in minutes, not hours.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1165860" y="3913632"/>
            <a:ext cx="0" cy="384048"/>
          </a:xfrm>
          <a:prstGeom prst="line">
            <a:avLst/>
          </a:prstGeom>
          <a:noFill/>
          <a:ln w="19050">
            <a:solidFill>
              <a:srgbClr val="E3DC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97680"/>
            <a:ext cx="685800" cy="68580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05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37360" y="427939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6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737360" y="44988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480560" y="431596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editor corrects every segment in Ereri, our purpose-built editor - word-level timing, speaker tags, and all.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165860" y="5010912"/>
            <a:ext cx="0" cy="384048"/>
          </a:xfrm>
          <a:prstGeom prst="line">
            <a:avLst/>
          </a:prstGeom>
          <a:noFill/>
          <a:ln w="19050">
            <a:solidFill>
              <a:srgbClr val="E3DC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5394960"/>
            <a:ext cx="685800" cy="685800"/>
          </a:xfrm>
          <a:prstGeom prst="ellipse">
            <a:avLst/>
          </a:prstGeom>
          <a:solidFill>
            <a:srgbClr val="2F626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5778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37360" y="537667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36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737360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4480560" y="54132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downloads real captions, transcripts, and/or a dubbed audio or video file - and can message us directly on the order.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different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engineering decisions, not just a wrapper around an API.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58368" cy="658368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139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47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Consent-gated voice cloning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08760" y="2368296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voice cloning is available - but blocked server-side, not just in the UI, until the client explicitly grants consent.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965960"/>
            <a:ext cx="658368" cy="658368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213969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9476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and applause survive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132320" y="2368296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Non-speech stretches carry the real original audio through - never dead silence, never a voice reading "[Applause]" out loud.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60520"/>
            <a:ext cx="658368" cy="658368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334256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redundancy by default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08760" y="4562856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transcription or translation provider failing mid-order falls back automatically - a client's order doesn't just stall.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4160520"/>
            <a:ext cx="658368" cy="658368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433425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422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Timing-aware translation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132320" y="4562856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translated with four length options and fitted to the real dubbed time slot, not just translated and hoped to fit.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market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Kenya first, not adapted from a global product afterward.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24201A"/>
          </a:solidFill>
          <a:ln w="12700">
            <a:solidFill>
              <a:srgbClr val="3A32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Kiswahili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77640" y="20116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24201A"/>
          </a:solidFill>
          <a:ln w="12700">
            <a:solidFill>
              <a:srgbClr val="3A32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2011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132320" y="2011680"/>
            <a:ext cx="2834640" cy="868680"/>
          </a:xfrm>
          <a:prstGeom prst="roundRect">
            <a:avLst>
              <a:gd name="adj" fmla="val 10526"/>
            </a:avLst>
          </a:prstGeom>
          <a:solidFill>
            <a:srgbClr val="24201A"/>
          </a:solidFill>
          <a:ln w="12700">
            <a:solidFill>
              <a:srgbClr val="3A32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01168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Kikuyu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365760" cy="365760"/>
          </a:xfrm>
          <a:prstGeom prst="ellipse">
            <a:avLst/>
          </a:prstGeom>
          <a:solidFill>
            <a:srgbClr val="2A241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332841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319125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Swahili and Sheng, not just textbook Swahili - real code-switched speech, handled deliberately.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22960" y="4023360"/>
            <a:ext cx="365760" cy="365760"/>
          </a:xfrm>
          <a:prstGeom prst="ellipse">
            <a:avLst/>
          </a:prstGeom>
          <a:solidFill>
            <a:srgbClr val="2A241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105656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71600" y="396849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payment rails: card, M-Pesa and Airtel Money live via Paystack today; a direct M-Pesa STK-push option is next.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2960" y="4800600"/>
            <a:ext cx="365760" cy="365760"/>
          </a:xfrm>
          <a:prstGeom prst="ellipse">
            <a:avLst/>
          </a:prstGeom>
          <a:solidFill>
            <a:srgbClr val="2A241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88289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745736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1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so far: NGOs, media houses, and independent Kenyan creators publishing to YouTube.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per-minute pricing - no bundled credits to guess at.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1B17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 levels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31181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 - includes a monthly free-minutes allowance.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416966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+ translated text and subtitles, no spoken audio.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892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52212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localization - translated, synthesized (or human) voice track.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5532120" cy="4160520"/>
          </a:xfrm>
          <a:prstGeom prst="roundRect">
            <a:avLst>
              <a:gd name="adj" fmla="val 2637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Add-ons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788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voice-over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31181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contracted voice actor's recording instead of AI TTS.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09360" y="38404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deliverables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416966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Burned-in captions, or a fully muxed dubbed video file.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9360" y="48920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2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Rush turnaround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522122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queueing for a time-sensitive order.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and honest about it - live, real, and operating for real clients.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our own domain, real 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48056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48056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in production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138160" y="2971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human-reviewed before delivery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881360" cy="0"/>
          </a:xfrm>
          <a:prstGeom prst="line">
            <a:avLst/>
          </a:prstGeom>
          <a:noFill/>
          <a:ln w="12700">
            <a:solidFill>
              <a:srgbClr val="E3DC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4197096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4059936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1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payments live: card, M-Pesa and Airtel Money via Paystack.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4828032"/>
            <a:ext cx="365760" cy="3657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4910328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4773168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1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domain, hardened server infrastructure, nightly encrypted backups.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22960" y="5541264"/>
            <a:ext cx="365760" cy="365760"/>
          </a:xfrm>
          <a:prstGeom prst="ellipse">
            <a:avLst/>
          </a:prstGeom>
          <a:solidFill>
            <a:srgbClr val="F7F5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23560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548640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1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growing bench of contracted editors and voice talent alongside the founder.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deliberately headed next.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28800" y="22219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Kenyan languages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58775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beyond Swahili, English and Kikuyu as viable models and human talent become available - never claimed before they're 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7472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36393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deeper voice-talent bench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400507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 contracted voice-actor roster so human voice-over scales without bottlenecking on any one person.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92040"/>
            <a:ext cx="822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4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828800" y="50566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M-Pesa checkout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542239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STK-push flow is built; going live is the next real payments milestone.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hands-on by design at this stage.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1B1714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423160"/>
            <a:ext cx="822960" cy="82296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6426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Godfrey Njoroge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- QA &amp; Operations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3A7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quality assurance on every order personally, alongside day-to-day operations and client relationships.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10312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F7F5F2"/>
          </a:solidFill>
          <a:ln w="12700">
            <a:solidFill>
              <a:srgbClr val="E3DC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29400" y="2423160"/>
            <a:ext cx="822960" cy="822960"/>
          </a:xfrm>
          <a:prstGeom prst="ellipse">
            <a:avLst/>
          </a:prstGeom>
          <a:solidFill>
            <a:srgbClr val="2F626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64261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429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Contracted editors &amp; voice talent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629400" y="4114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3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bench of contractors handling Ereri review work and human voice-over, each self-service onboarded with their own dashboard and no access beyond their own assignments.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A84E1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24128"/>
            <a:ext cx="374904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talk.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82296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0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Kauli - Forge Media Services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E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kauli-forgemedia.com   ·   hello@kauli-forgemedia.com   ·   +254 712 531 841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2026-08-25T21:34:27Z</dcterms:created>
  <dcterms:modified xsi:type="dcterms:W3CDTF">2026-08-25T21:34:27Z</dcterms:modified>
</cp:coreProperties>
</file>